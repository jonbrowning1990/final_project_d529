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729abceb0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729abceb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29abceb0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29abceb0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29abceb0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29abceb0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29abceb0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29abceb0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Catering Estimate App</a:t>
            </a:r>
            <a:endParaRPr/>
          </a:p>
        </p:txBody>
      </p:sp>
      <p:sp>
        <p:nvSpPr>
          <p:cNvPr id="55" name="Google Shape;55;p13"/>
          <p:cNvSpPr txBox="1"/>
          <p:nvPr>
            <p:ph idx="1" type="subTitle"/>
          </p:nvPr>
        </p:nvSpPr>
        <p:spPr>
          <a:xfrm>
            <a:off x="311700" y="2834125"/>
            <a:ext cx="8520600" cy="1252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Final Project D539 Summer 2025</a:t>
            </a:r>
            <a:endParaRPr/>
          </a:p>
          <a:p>
            <a:pPr indent="0" lvl="0" marL="0" rtl="0" algn="ctr">
              <a:spcBef>
                <a:spcPts val="0"/>
              </a:spcBef>
              <a:spcAft>
                <a:spcPts val="0"/>
              </a:spcAft>
              <a:buNone/>
            </a:pPr>
            <a:r>
              <a:rPr lang="en"/>
              <a:t>Jonathan Browning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720"/>
              <a:t>Business Problem</a:t>
            </a:r>
            <a:endParaRPr b="1" sz="2720"/>
          </a:p>
        </p:txBody>
      </p:sp>
      <p:sp>
        <p:nvSpPr>
          <p:cNvPr id="61" name="Google Shape;61;p14"/>
          <p:cNvSpPr txBox="1"/>
          <p:nvPr>
            <p:ph idx="1" type="body"/>
          </p:nvPr>
        </p:nvSpPr>
        <p:spPr>
          <a:xfrm>
            <a:off x="311700" y="973100"/>
            <a:ext cx="8520600" cy="412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Planning a catered event is a complex, difficult, and drawn out process.</a:t>
            </a:r>
            <a:endParaRPr/>
          </a:p>
          <a:p>
            <a:pPr indent="0" lvl="0" marL="0" rtl="0" algn="l">
              <a:spcBef>
                <a:spcPts val="1200"/>
              </a:spcBef>
              <a:spcAft>
                <a:spcPts val="0"/>
              </a:spcAft>
              <a:buNone/>
            </a:pPr>
            <a:r>
              <a:rPr lang="en"/>
              <a:t>Industry standard practice is for customers to contact professional caterers by phone or email to discuss menu, bar, event space desires and offerings. </a:t>
            </a:r>
            <a:r>
              <a:rPr lang="en"/>
              <a:t>A back and forth over selections and pricing then ensues until event is planned.</a:t>
            </a:r>
            <a:endParaRPr/>
          </a:p>
          <a:p>
            <a:pPr indent="0" lvl="0" marL="0" rtl="0" algn="l">
              <a:spcBef>
                <a:spcPts val="1200"/>
              </a:spcBef>
              <a:spcAft>
                <a:spcPts val="0"/>
              </a:spcAft>
              <a:buNone/>
            </a:pPr>
            <a:r>
              <a:rPr lang="en"/>
              <a:t>The customer relies on the </a:t>
            </a:r>
            <a:r>
              <a:rPr lang="en"/>
              <a:t>professional</a:t>
            </a:r>
            <a:r>
              <a:rPr lang="en"/>
              <a:t> caterer to provide possible options and prices for their event needs, and though this expertise is often appreciated, the process is not transparent and the customer does not have the ability to pick and choose options while not feeling pressured.</a:t>
            </a:r>
            <a:endParaRPr/>
          </a:p>
          <a:p>
            <a:pPr indent="0" lvl="0" marL="0" rtl="0" algn="l">
              <a:spcBef>
                <a:spcPts val="1200"/>
              </a:spcBef>
              <a:spcAft>
                <a:spcPts val="1200"/>
              </a:spcAft>
              <a:buNone/>
            </a:pPr>
            <a:r>
              <a:rPr lang="en"/>
              <a:t>The professional caterer must dedicate a lot of time to presenting options, responding to questions, and trying to understand exactly what the customer is looking for in their event.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Solution</a:t>
            </a:r>
            <a:endParaRPr b="1"/>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 address these issues, I have designed a pricing estimate app which can be used by a potential customer to view, select, and price offerings from the catering company and generate an total estimate for their custom event. In this way, they can get a good idea of what is on offer and how much it will cost.</a:t>
            </a:r>
            <a:endParaRPr/>
          </a:p>
          <a:p>
            <a:pPr indent="0" lvl="0" marL="0" rtl="0" algn="l">
              <a:spcBef>
                <a:spcPts val="1200"/>
              </a:spcBef>
              <a:spcAft>
                <a:spcPts val="0"/>
              </a:spcAft>
              <a:buNone/>
            </a:pPr>
            <a:r>
              <a:rPr lang="en"/>
              <a:t>In addition, the company owner can use the app to update, add, and remove their available offerings to keep them up to date.</a:t>
            </a:r>
            <a:endParaRPr/>
          </a:p>
          <a:p>
            <a:pPr indent="0" lvl="0" marL="0" rtl="0" algn="l">
              <a:spcBef>
                <a:spcPts val="1200"/>
              </a:spcBef>
              <a:spcAft>
                <a:spcPts val="1200"/>
              </a:spcAft>
              <a:buNone/>
            </a:pPr>
            <a:r>
              <a:rPr lang="en"/>
              <a:t>A more transparent service is provided to the customer and the owner can get a clear view of what the customer is looking for in their event, and take it from there.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Implementation</a:t>
            </a:r>
            <a:endParaRPr b="1"/>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SQLite Database</a:t>
            </a:r>
            <a:endParaRPr/>
          </a:p>
          <a:p>
            <a:pPr indent="-342900" lvl="0" marL="457200" rtl="0" algn="l">
              <a:spcBef>
                <a:spcPts val="0"/>
              </a:spcBef>
              <a:spcAft>
                <a:spcPts val="0"/>
              </a:spcAft>
              <a:buSzPts val="1800"/>
              <a:buChar char="●"/>
            </a:pPr>
            <a:r>
              <a:rPr lang="en"/>
              <a:t>Python Flask app</a:t>
            </a:r>
            <a:endParaRPr/>
          </a:p>
          <a:p>
            <a:pPr indent="-342900" lvl="0" marL="457200" rtl="0" algn="l">
              <a:spcBef>
                <a:spcPts val="0"/>
              </a:spcBef>
              <a:spcAft>
                <a:spcPts val="0"/>
              </a:spcAft>
              <a:buSzPts val="1800"/>
              <a:buChar char="●"/>
            </a:pPr>
            <a:r>
              <a:rPr lang="en"/>
              <a:t>init_db() function initializes, creates, and inserts data into database</a:t>
            </a:r>
            <a:endParaRPr/>
          </a:p>
          <a:p>
            <a:pPr indent="-342900" lvl="0" marL="457200" rtl="0" algn="l">
              <a:spcBef>
                <a:spcPts val="0"/>
              </a:spcBef>
              <a:spcAft>
                <a:spcPts val="0"/>
              </a:spcAft>
              <a:buSzPts val="1800"/>
              <a:buChar char="●"/>
            </a:pPr>
            <a:r>
              <a:rPr lang="en"/>
              <a:t>API functions receives data from user’s clicks and inputs, queries database for necessary information, and returns it for presentation</a:t>
            </a:r>
            <a:endParaRPr/>
          </a:p>
          <a:p>
            <a:pPr indent="0" lvl="0" marL="0" rtl="0" algn="l">
              <a:spcBef>
                <a:spcPts val="1200"/>
              </a:spcBef>
              <a:spcAft>
                <a:spcPts val="0"/>
              </a:spcAft>
              <a:buNone/>
            </a:pPr>
            <a:r>
              <a:t/>
            </a:r>
            <a:endParaRPr/>
          </a:p>
          <a:p>
            <a:pPr indent="0" lvl="0" marL="0" rtl="0" algn="ctr">
              <a:spcBef>
                <a:spcPts val="1200"/>
              </a:spcBef>
              <a:spcAft>
                <a:spcPts val="1200"/>
              </a:spcAft>
              <a:buNone/>
            </a:pPr>
            <a:r>
              <a:rPr b="1" lang="en"/>
              <a:t>To the app!</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Further App Development</a:t>
            </a:r>
            <a:endParaRPr b="1"/>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Functionality to customer to submit completed estimate form, which would store a JSON object of their event selections and contact information in a MongoDB database with a each estimate having a unique ID. Business owner could search the estimates by name or ID, get a feel for customer’s desires, contact the customer, and proceed from there.</a:t>
            </a:r>
            <a:endParaRPr/>
          </a:p>
          <a:p>
            <a:pPr indent="0" lvl="0" marL="0" rtl="0" algn="l">
              <a:spcBef>
                <a:spcPts val="1200"/>
              </a:spcBef>
              <a:spcAft>
                <a:spcPts val="0"/>
              </a:spcAft>
              <a:buNone/>
            </a:pPr>
            <a:r>
              <a:rPr lang="en"/>
              <a:t>Add ability for the owner to generate ingredient lists and equipment lists for a given estimate’s item selection and quantity selection data.</a:t>
            </a:r>
            <a:endParaRPr/>
          </a:p>
          <a:p>
            <a:pPr indent="0" lvl="0" marL="0" rtl="0" algn="l">
              <a:spcBef>
                <a:spcPts val="1200"/>
              </a:spcBef>
              <a:spcAft>
                <a:spcPts val="1200"/>
              </a:spcAft>
              <a:buNone/>
            </a:pPr>
            <a:r>
              <a:rPr lang="en"/>
              <a:t>Down the line add analytics to gain insights into user preferences and conduct analysis on completed sales.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